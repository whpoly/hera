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e4e713f874025" /><Relationship Type="http://schemas.openxmlformats.org/officeDocument/2006/relationships/extended-properties" Target="/docProps/app.xml" Id="R6c39d46f38754ac6" /><Relationship Type="http://schemas.openxmlformats.org/officeDocument/2006/relationships/officeDocument" Target="/ppt/presentation.xml" Id="Rb1df6052d89d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8b8c1ac3e437f"/>
  </p:sldMasterIdLst>
  <p:notesMasterIdLst>
    <p:notesMasterId xmlns:r="http://schemas.openxmlformats.org/officeDocument/2006/relationships" r:id="R73224fd983af4518"/>
  </p:notesMasterIdLst>
  <p:sldIdLst>
    <p:sldId xmlns:r="http://schemas.openxmlformats.org/officeDocument/2006/relationships" id="256" r:id="R1f3ad25d12aa42c6"/>
    <p:sldId xmlns:r="http://schemas.openxmlformats.org/officeDocument/2006/relationships" id="257" r:id="Ra0a9e8f3b05e48c8"/>
    <p:sldId xmlns:r="http://schemas.openxmlformats.org/officeDocument/2006/relationships" id="258" r:id="Raa3cecac3425493c"/>
    <p:sldId xmlns:r="http://schemas.openxmlformats.org/officeDocument/2006/relationships" id="259" r:id="Rdab5345b4cd24a8b"/>
    <p:sldId xmlns:r="http://schemas.openxmlformats.org/officeDocument/2006/relationships" id="260" r:id="Rd701517b8c9246d0"/>
    <p:sldId xmlns:r="http://schemas.openxmlformats.org/officeDocument/2006/relationships" id="261" r:id="R9a06ff9014cb49e5"/>
    <p:sldId xmlns:r="http://schemas.openxmlformats.org/officeDocument/2006/relationships" id="262" r:id="R6fe5f2683f9f44f4"/>
    <p:sldId xmlns:r="http://schemas.openxmlformats.org/officeDocument/2006/relationships" id="263" r:id="R280eff520d924fd5"/>
    <p:sldId xmlns:r="http://schemas.openxmlformats.org/officeDocument/2006/relationships" id="264" r:id="R09f18204db4e4e19"/>
    <p:sldId xmlns:r="http://schemas.openxmlformats.org/officeDocument/2006/relationships" id="265" r:id="R6cd13941642e45b1"/>
    <p:sldId xmlns:r="http://schemas.openxmlformats.org/officeDocument/2006/relationships" id="266" r:id="Rc0c2019ec38e4535"/>
    <p:sldId xmlns:r="http://schemas.openxmlformats.org/officeDocument/2006/relationships" id="267" r:id="R1e9651c8d13d4324"/>
    <p:sldId xmlns:r="http://schemas.openxmlformats.org/officeDocument/2006/relationships" id="268" r:id="R9b111e04d62f4647"/>
    <p:sldId xmlns:r="http://schemas.openxmlformats.org/officeDocument/2006/relationships" id="269" r:id="R9d2f9ce6c16747a1"/>
    <p:sldId xmlns:r="http://schemas.openxmlformats.org/officeDocument/2006/relationships" id="270" r:id="R220cd0a23a7e41c7"/>
    <p:sldId xmlns:r="http://schemas.openxmlformats.org/officeDocument/2006/relationships" id="271" r:id="R89993a6a32b8455f"/>
    <p:sldId xmlns:r="http://schemas.openxmlformats.org/officeDocument/2006/relationships" id="272" r:id="Rf7e4e1af74c44de6"/>
    <p:sldId xmlns:r="http://schemas.openxmlformats.org/officeDocument/2006/relationships" id="273" r:id="Rf830ab0132f84893"/>
    <p:sldId xmlns:r="http://schemas.openxmlformats.org/officeDocument/2006/relationships" id="274" r:id="R87532702dac944fa"/>
    <p:sldId xmlns:r="http://schemas.openxmlformats.org/officeDocument/2006/relationships" id="275" r:id="R68c071aa8b09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fcc596a2f4a1e" /><Relationship Type="http://schemas.openxmlformats.org/officeDocument/2006/relationships/slideMaster" Target="/ppt/slideMasters/slideMaster1.xml" Id="R5638b8c1ac3e437f" /><Relationship Type="http://schemas.openxmlformats.org/officeDocument/2006/relationships/notesMaster" Target="/ppt/notesMasters/notesMaster1.xml" Id="R73224fd983af4518" /><Relationship Type="http://schemas.openxmlformats.org/officeDocument/2006/relationships/presProps" Target="/ppt/presProps.xml" Id="Rfd52516e6cb44375" /><Relationship Type="http://schemas.openxmlformats.org/officeDocument/2006/relationships/tableStyles" Target="/ppt/tableStyles.xml" Id="Ra6794582118a480b" /><Relationship Type="http://schemas.openxmlformats.org/officeDocument/2006/relationships/slide" Target="/ppt/slides/slide1.xml" Id="R1f3ad25d12aa42c6" /><Relationship Type="http://schemas.openxmlformats.org/officeDocument/2006/relationships/slide" Target="/ppt/slides/slide2.xml" Id="Ra0a9e8f3b05e48c8" /><Relationship Type="http://schemas.openxmlformats.org/officeDocument/2006/relationships/slide" Target="/ppt/slides/slide3.xml" Id="Raa3cecac3425493c" /><Relationship Type="http://schemas.openxmlformats.org/officeDocument/2006/relationships/slide" Target="/ppt/slides/slide4.xml" Id="Rdab5345b4cd24a8b" /><Relationship Type="http://schemas.openxmlformats.org/officeDocument/2006/relationships/slide" Target="/ppt/slides/slide5.xml" Id="Rd701517b8c9246d0" /><Relationship Type="http://schemas.openxmlformats.org/officeDocument/2006/relationships/slide" Target="/ppt/slides/slide6.xml" Id="R9a06ff9014cb49e5" /><Relationship Type="http://schemas.openxmlformats.org/officeDocument/2006/relationships/slide" Target="/ppt/slides/slide7.xml" Id="R6fe5f2683f9f44f4" /><Relationship Type="http://schemas.openxmlformats.org/officeDocument/2006/relationships/slide" Target="/ppt/slides/slide8.xml" Id="R280eff520d924fd5" /><Relationship Type="http://schemas.openxmlformats.org/officeDocument/2006/relationships/slide" Target="/ppt/slides/slide9.xml" Id="R09f18204db4e4e19" /><Relationship Type="http://schemas.openxmlformats.org/officeDocument/2006/relationships/slide" Target="/ppt/slides/slide10.xml" Id="R6cd13941642e45b1" /><Relationship Type="http://schemas.openxmlformats.org/officeDocument/2006/relationships/slide" Target="/ppt/slides/slide11.xml" Id="Rc0c2019ec38e4535" /><Relationship Type="http://schemas.openxmlformats.org/officeDocument/2006/relationships/slide" Target="/ppt/slides/slide12.xml" Id="R1e9651c8d13d4324" /><Relationship Type="http://schemas.openxmlformats.org/officeDocument/2006/relationships/slide" Target="/ppt/slides/slide13.xml" Id="R9b111e04d62f4647" /><Relationship Type="http://schemas.openxmlformats.org/officeDocument/2006/relationships/slide" Target="/ppt/slides/slide14.xml" Id="R9d2f9ce6c16747a1" /><Relationship Type="http://schemas.openxmlformats.org/officeDocument/2006/relationships/slide" Target="/ppt/slides/slide15.xml" Id="R220cd0a23a7e41c7" /><Relationship Type="http://schemas.openxmlformats.org/officeDocument/2006/relationships/slide" Target="/ppt/slides/slide16.xml" Id="R89993a6a32b8455f" /><Relationship Type="http://schemas.openxmlformats.org/officeDocument/2006/relationships/slide" Target="/ppt/slides/slide17.xml" Id="Rf7e4e1af74c44de6" /><Relationship Type="http://schemas.openxmlformats.org/officeDocument/2006/relationships/slide" Target="/ppt/slides/slide18.xml" Id="Rf830ab0132f84893" /><Relationship Type="http://schemas.openxmlformats.org/officeDocument/2006/relationships/slide" Target="/ppt/slides/slide19.xml" Id="R87532702dac944fa" /><Relationship Type="http://schemas.openxmlformats.org/officeDocument/2006/relationships/slide" Target="/ppt/slides/slide20.xml" Id="R68c071aa8b09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4208c89d1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d2a6c304241b9" /><Relationship Type="http://schemas.openxmlformats.org/officeDocument/2006/relationships/notesMaster" Target="/ppt/notesMasters/notesMaster1.xml" Id="Ra11ee92a02f2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352ea420e4a1a" /><Relationship Type="http://schemas.openxmlformats.org/officeDocument/2006/relationships/notesMaster" Target="/ppt/notesMasters/notesMaster1.xml" Id="Re144278e693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c24e05ef54ecd" /><Relationship Type="http://schemas.openxmlformats.org/officeDocument/2006/relationships/notesMaster" Target="/ppt/notesMasters/notesMaster1.xml" Id="Rcfd8c9ffc98c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bef7ff5334934" /><Relationship Type="http://schemas.openxmlformats.org/officeDocument/2006/relationships/notesMaster" Target="/ppt/notesMasters/notesMaster1.xml" Id="R7903b4fcfe97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fe6aecb5d4db1" /><Relationship Type="http://schemas.openxmlformats.org/officeDocument/2006/relationships/notesMaster" Target="/ppt/notesMasters/notesMaster1.xml" Id="R3cec9989509f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68645d4bc4b89" /><Relationship Type="http://schemas.openxmlformats.org/officeDocument/2006/relationships/notesMaster" Target="/ppt/notesMasters/notesMaster1.xml" Id="Rd12ee52b55f2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d7dc6676c48f4" /><Relationship Type="http://schemas.openxmlformats.org/officeDocument/2006/relationships/notesMaster" Target="/ppt/notesMasters/notesMaster1.xml" Id="R1a54ffdf04f2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4e3b62f6e4c90" /><Relationship Type="http://schemas.openxmlformats.org/officeDocument/2006/relationships/notesMaster" Target="/ppt/notesMasters/notesMaster1.xml" Id="Rf98d45c6a644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88bb1a1df4ce4" /><Relationship Type="http://schemas.openxmlformats.org/officeDocument/2006/relationships/notesMaster" Target="/ppt/notesMasters/notesMaster1.xml" Id="R707150740537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b833a305a4979" /><Relationship Type="http://schemas.openxmlformats.org/officeDocument/2006/relationships/notesMaster" Target="/ppt/notesMasters/notesMaster1.xml" Id="Rdcb86673644b47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70ed919344899" /><Relationship Type="http://schemas.openxmlformats.org/officeDocument/2006/relationships/notesMaster" Target="/ppt/notesMasters/notesMaster1.xml" Id="Rd0fb18419a0944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8cc803e1444b7" /><Relationship Type="http://schemas.openxmlformats.org/officeDocument/2006/relationships/notesMaster" Target="/ppt/notesMasters/notesMaster1.xml" Id="R1565e2c2b41b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ce90b95e34d09" /><Relationship Type="http://schemas.openxmlformats.org/officeDocument/2006/relationships/notesMaster" Target="/ppt/notesMasters/notesMaster1.xml" Id="R2cbc7175a1b9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6131956fc4a17" /><Relationship Type="http://schemas.openxmlformats.org/officeDocument/2006/relationships/notesMaster" Target="/ppt/notesMasters/notesMaster1.xml" Id="R7cd1508fc93546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2c78a05e1a4b43" /><Relationship Type="http://schemas.openxmlformats.org/officeDocument/2006/relationships/notesMaster" Target="/ppt/notesMasters/notesMaster1.xml" Id="R46b1815d9e3945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cecdbabcc64919" /><Relationship Type="http://schemas.openxmlformats.org/officeDocument/2006/relationships/notesMaster" Target="/ppt/notesMasters/notesMaster1.xml" Id="R0d8f3b26b80b45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34fa9354774eef" /><Relationship Type="http://schemas.openxmlformats.org/officeDocument/2006/relationships/notesMaster" Target="/ppt/notesMasters/notesMaster1.xml" Id="Rf5e0175720a5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3de0f99b24e4a" /><Relationship Type="http://schemas.openxmlformats.org/officeDocument/2006/relationships/notesMaster" Target="/ppt/notesMasters/notesMaster1.xml" Id="R59c539730143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591bbb6d96475c" /><Relationship Type="http://schemas.openxmlformats.org/officeDocument/2006/relationships/notesMaster" Target="/ppt/notesMasters/notesMaster1.xml" Id="Rab739e8c05cb49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f705df4fed45bd" /><Relationship Type="http://schemas.openxmlformats.org/officeDocument/2006/relationships/notesMaster" Target="/ppt/notesMasters/notesMaster1.xml" Id="R702be18eabb1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最重要的新结果来自同一份 mixed-low 训练的共享 hetero checkpoint：MoS₂ high 误差 0.04554，WSe₂ high 误差 0.05905。相对于历史记录，MoS₂ 改善显著，但历史实验没有统一代码和推理精度，所以不能把改善全部归因于某一个改动。当前仍有明显的高浓度系统性高估。超图方面，新的读出明显缓解了旧版本的大误差，但在严格对应的超图更新消融里，关闭更新的版本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四类有向边在每一层共享同一套消息主体，包括源、目标、边的 gate 投影和消息 value 投影。不同层之间没有共享。同一层同一种关系只有一个 adapter，所有该类边都调用它。adapter 根据 h_j、h_i、e_ij 产生 gate 和 value 的修正，瓶颈宽度 8，输出投影从零初始化，缩放参数初始为 -3，因此模型初始等同纯 shared。四类初始距离编码、节点类型 embedding 和关系融合仍有类型区分，不能说模型的所有参数都共享。参数从独立版本的 916289 降到 679193，约减少 25.9%。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改动只改变非线性预测头和平均的先后顺序。原来先将缺陷表示平均再输入 MLP，新版先用同一个 MLP 预测每个实际缺陷的标量贡献，再对这些标量平均。非线性一般不与 mean 交换，所以两种函数不同。它与平均缺陷形成能的目标更一致，但并不证明每个标量就是唯一的真实缺陷能量，因为我们只有结构标签。环境信息仍通过主干影响 h_i，高浓度 h_i 的分布变化仍可能使新版失败。该改动没有增加预测头参数，scaler 在图级输出上只逆变换一次。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C:/Users/User/Desktop/HERA/docs/hetero_defect_energy_mean.md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0b34bfbd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fc68f044a4c4b" /><Relationship Type="http://schemas.openxmlformats.org/officeDocument/2006/relationships/slideLayout" Target="/ppt/slideLayouts/slideLayout1.xml" Id="R00cc38d15028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c38d15028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edd3197c34f53" /><Relationship Type="http://schemas.openxmlformats.org/officeDocument/2006/relationships/image" Target="/ppt/media/image.png" Id="Rdd34e63c9b574e7a" /><Relationship Type="http://schemas.openxmlformats.org/officeDocument/2006/relationships/notesSlide" Target="/ppt/notesSlides/notesSlide1.xml" Id="Rd3f84157eae0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a13284d940b2" /><Relationship Type="http://schemas.openxmlformats.org/officeDocument/2006/relationships/image" Target="/ppt/media/image2.png" Id="Re082f0dff20b499c" /><Relationship Type="http://schemas.openxmlformats.org/officeDocument/2006/relationships/notesSlide" Target="/ppt/notesSlides/notesSlide2.xml" Id="R0042af6fd538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d3d33f744a2b" /><Relationship Type="http://schemas.openxmlformats.org/officeDocument/2006/relationships/image" Target="/ppt/media/image3.png" Id="R2666ca370b044bba" /><Relationship Type="http://schemas.openxmlformats.org/officeDocument/2006/relationships/notesSlide" Target="/ppt/notesSlides/notesSlide3.xml" Id="Re494175b45e0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1aa9e0eff4108" /><Relationship Type="http://schemas.openxmlformats.org/officeDocument/2006/relationships/image" Target="/ppt/media/image4.png" Id="R568c87746b824ea3" /><Relationship Type="http://schemas.openxmlformats.org/officeDocument/2006/relationships/notesSlide" Target="/ppt/notesSlides/notesSlide4.xml" Id="R81ff7e4e88ce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fcab6d6e49e9" /><Relationship Type="http://schemas.openxmlformats.org/officeDocument/2006/relationships/image" Target="/ppt/media/image5.png" Id="Rd8a701733e8940b8" /><Relationship Type="http://schemas.openxmlformats.org/officeDocument/2006/relationships/notesSlide" Target="/ppt/notesSlides/notesSlide5.xml" Id="R57eab7f310ba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3f978bf2483e" /><Relationship Type="http://schemas.openxmlformats.org/officeDocument/2006/relationships/image" Target="/ppt/media/image6.png" Id="R446de363d3904a42" /><Relationship Type="http://schemas.openxmlformats.org/officeDocument/2006/relationships/notesSlide" Target="/ppt/notesSlides/notesSlide6.xml" Id="R9907dc763cda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5d629e79f4835" /><Relationship Type="http://schemas.openxmlformats.org/officeDocument/2006/relationships/image" Target="/ppt/media/image7.png" Id="R289f9371ba4343ce" /><Relationship Type="http://schemas.openxmlformats.org/officeDocument/2006/relationships/notesSlide" Target="/ppt/notesSlides/notesSlide7.xml" Id="Reeb43dea60d649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adb2f39a4b8f" /><Relationship Type="http://schemas.openxmlformats.org/officeDocument/2006/relationships/image" Target="/ppt/media/image8.png" Id="R4adf1b13bf0b4dfe" /><Relationship Type="http://schemas.openxmlformats.org/officeDocument/2006/relationships/chart" Target="/ppt/slides/charts/chart1.xml" Id="Rc401874446a342df" /><Relationship Type="http://schemas.openxmlformats.org/officeDocument/2006/relationships/notesSlide" Target="/ppt/notesSlides/notesSlide8.xml" Id="R9aba3ead891d4a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1b49036a34024" /><Relationship Type="http://schemas.openxmlformats.org/officeDocument/2006/relationships/image" Target="/ppt/media/image9.png" Id="Reb5e767e85bc4366" /><Relationship Type="http://schemas.openxmlformats.org/officeDocument/2006/relationships/chart" Target="/ppt/slides/charts/chart2.xml" Id="R142b668939964064" /><Relationship Type="http://schemas.openxmlformats.org/officeDocument/2006/relationships/chart" Target="/ppt/slides/charts/chart3.xml" Id="Rf05eeea5ada74798" /><Relationship Type="http://schemas.openxmlformats.org/officeDocument/2006/relationships/notesSlide" Target="/ppt/notesSlides/notesSlide9.xml" Id="Rd81ad889bcad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e09e624b4b20" /><Relationship Type="http://schemas.openxmlformats.org/officeDocument/2006/relationships/image" Target="/ppt/media/image10.png" Id="Ra540a9b4834b4a03" /><Relationship Type="http://schemas.openxmlformats.org/officeDocument/2006/relationships/notesSlide" Target="/ppt/notesSlides/notesSlide10.xml" Id="Rb59335ec4ea9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9c52f17b45bc" /><Relationship Type="http://schemas.openxmlformats.org/officeDocument/2006/relationships/image" Target="/ppt/media/image11.png" Id="R85089533b0f7477d" /><Relationship Type="http://schemas.openxmlformats.org/officeDocument/2006/relationships/chart" Target="/ppt/slides/charts/chart4.xml" Id="R077e57fbfff54a1c" /><Relationship Type="http://schemas.openxmlformats.org/officeDocument/2006/relationships/notesSlide" Target="/ppt/notesSlides/notesSlide11.xml" Id="R3caabab7bdde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9bbd7a974632" /><Relationship Type="http://schemas.openxmlformats.org/officeDocument/2006/relationships/image" Target="/ppt/media/image12.png" Id="R599d536588674793" /><Relationship Type="http://schemas.openxmlformats.org/officeDocument/2006/relationships/notesSlide" Target="/ppt/notesSlides/notesSlide12.xml" Id="R9a6a8b938aa6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6dade6bc4636" /><Relationship Type="http://schemas.openxmlformats.org/officeDocument/2006/relationships/image" Target="/ppt/media/image13.png" Id="R60f66982344048f6" /><Relationship Type="http://schemas.openxmlformats.org/officeDocument/2006/relationships/chart" Target="/ppt/slides/charts/chart5.xml" Id="Rcced540c2c194859" /><Relationship Type="http://schemas.openxmlformats.org/officeDocument/2006/relationships/notesSlide" Target="/ppt/notesSlides/notesSlide13.xml" Id="R5fe9db1ac59947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da5d42134df2" /><Relationship Type="http://schemas.openxmlformats.org/officeDocument/2006/relationships/image" Target="/ppt/media/image14.png" Id="Rd8a61a2b838b47f5" /><Relationship Type="http://schemas.openxmlformats.org/officeDocument/2006/relationships/notesSlide" Target="/ppt/notesSlides/notesSlide14.xml" Id="Rbef691e2ae0b4f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6ceb7e1e4b9e" /><Relationship Type="http://schemas.openxmlformats.org/officeDocument/2006/relationships/image" Target="/ppt/media/image15.png" Id="R1452e547d89f47ec" /><Relationship Type="http://schemas.openxmlformats.org/officeDocument/2006/relationships/notesSlide" Target="/ppt/notesSlides/notesSlide15.xml" Id="Rbe04b14bc63f47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6f88942b4151" /><Relationship Type="http://schemas.openxmlformats.org/officeDocument/2006/relationships/image" Target="/ppt/media/image16.png" Id="R9df91b6acd44474d" /><Relationship Type="http://schemas.openxmlformats.org/officeDocument/2006/relationships/notesSlide" Target="/ppt/notesSlides/notesSlide16.xml" Id="R27fbdfdc48ff43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b5bf095a40b5" /><Relationship Type="http://schemas.openxmlformats.org/officeDocument/2006/relationships/image" Target="/ppt/media/image17.png" Id="Re33455e70b224cac" /><Relationship Type="http://schemas.openxmlformats.org/officeDocument/2006/relationships/notesSlide" Target="/ppt/notesSlides/notesSlide17.xml" Id="Rbda2461c5dd145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19be2af947d9" /><Relationship Type="http://schemas.openxmlformats.org/officeDocument/2006/relationships/image" Target="/ppt/media/image18.png" Id="Reb3b264aa6e54f9c" /><Relationship Type="http://schemas.openxmlformats.org/officeDocument/2006/relationships/notesSlide" Target="/ppt/notesSlides/notesSlide18.xml" Id="R1ab7fb04867b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75d2167f4e7f" /><Relationship Type="http://schemas.openxmlformats.org/officeDocument/2006/relationships/image" Target="/ppt/media/image19.png" Id="R8b2cfebe87b14f72" /><Relationship Type="http://schemas.openxmlformats.org/officeDocument/2006/relationships/notesSlide" Target="/ppt/notesSlides/notesSlide19.xml" Id="R45c3572f179d40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9690837144080" /><Relationship Type="http://schemas.openxmlformats.org/officeDocument/2006/relationships/image" Target="/ppt/media/image20.png" Id="R5866bcccbe1743a6" /><Relationship Type="http://schemas.openxmlformats.org/officeDocument/2006/relationships/notesSlide" Target="/ppt/notesSlides/notesSlide20.xml" Id="R8f5863b4a0a84e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136.365293</c:v>
                </c:pt>
                <c:pt idx="1">
                  <c:v>113.740639</c:v>
                </c:pt>
              </c:numCache>
            </c:numRef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96.656766</c:v>
                </c:pt>
                <c:pt idx="1">
                  <c:v>106.536773</c:v>
                </c:pt>
              </c:numCache>
            </c:numRef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Ref>
              <c:f>'Chart Data'!$E$2:$E$3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179.638298</c:v>
                </c:pt>
                <c:pt idx="1">
                  <c:v>59.772125</c:v>
                </c:pt>
              </c:numCache>
            </c:numRef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Data'!$G$2:$G$3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45.535612</c:v>
                </c:pt>
                <c:pt idx="1">
                  <c:v>59.054647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17.644331</c:v>
                </c:pt>
                <c:pt idx="1">
                  <c:v>26.716467</c:v>
                </c:pt>
                <c:pt idx="2">
                  <c:v>37.911252</c:v>
                </c:pt>
                <c:pt idx="3">
                  <c:v>59.930624</c:v>
                </c:pt>
                <c:pt idx="4">
                  <c:v>85.475386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9.073818</c:v>
                </c:pt>
                <c:pt idx="1">
                  <c:v>27.520038</c:v>
                </c:pt>
                <c:pt idx="2">
                  <c:v>56.660447</c:v>
                </c:pt>
                <c:pt idx="3">
                  <c:v>80.830925</c:v>
                </c:pt>
                <c:pt idx="4">
                  <c:v>121.18801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-15.76104</c:v>
                </c:pt>
                <c:pt idx="1">
                  <c:v>16.00789</c:v>
                </c:pt>
                <c:pt idx="2">
                  <c:v>27.793868</c:v>
                </c:pt>
                <c:pt idx="3">
                  <c:v>56.136383</c:v>
                </c:pt>
                <c:pt idx="4">
                  <c:v>83.554572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4.515221</c:v>
                </c:pt>
                <c:pt idx="1">
                  <c:v>1.061594</c:v>
                </c:pt>
                <c:pt idx="2">
                  <c:v>43.525363</c:v>
                </c:pt>
                <c:pt idx="3">
                  <c:v>71.585794</c:v>
                </c:pt>
                <c:pt idx="4">
                  <c:v>116.616167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113.740639</c:v>
                </c:pt>
                <c:pt idx="1">
                  <c:v>106.536773</c:v>
                </c:pt>
                <c:pt idx="2">
                  <c:v>59.054647</c:v>
                </c:pt>
              </c:numCache>
            </c:numRef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36.966638</c:v>
                </c:pt>
                <c:pt idx="1">
                  <c:v>46.232918</c:v>
                </c:pt>
                <c:pt idx="2">
                  <c:v>52.188476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 hypergraph update</c:v>
                </c:pt>
                <c:pt idx="1">
                  <c:v>Local only</c:v>
                </c:pt>
                <c:pt idx="2">
                  <c:v>Local + global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61.940717</c:v>
                </c:pt>
                <c:pt idx="1">
                  <c:v>75.823139</c:v>
                </c:pt>
                <c:pt idx="2">
                  <c:v>68.386025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4e63c9b574e7a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2f0dff20b49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Recent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results use seed 123. Historical comparisons do not isolate individual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improves the mixed-low result on MoS₂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High-test MAE: 0.04554 eV/defect on MoS₂ and 0.05905 on WSe₂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 matches the graph-level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a scalar from each defect representation, then average over defects.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bias remains the main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 have not improved the current matched baseline.</a:t>
            </a:r>
          </a:p>
        </p:txBody>
      </p:sp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6ca370b044bb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87746b824ea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701733e8940b8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de363d3904a4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 core with relation adapters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Sharing applies within each layer. Different depths retain separate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sigmoid(aᵣ)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mᵢⱼ,ᵣ = sigmoid(zᵢⱼ + δzᵣ) ⊙ (Wₘ hⱼ + δvᵣ)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core learns reusable interactions. Each relation adds a small correction.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f9371ba4343c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Averaging predicted defect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Only actual defects enter the readout. Pristine atoms still influence defect representations through messages.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g(meanᵢ hᵢ)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latent features before</a:t>
            </a:r>
          </a:p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applying the nonlinear head.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meanᵢ g(hᵢ)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each latent contribution,</a:t>
            </a:r>
          </a:p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over actual defects.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parameter shapes and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Latent contributions have no unique per-defect energy labels.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f1b13bf0b4df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01874446a342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767e85bc436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b668939964064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5eeea5ada747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0a9b4834b4a0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9533b0f7477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7e57fbfff54a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d53658867479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66982344048f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d540c2c194859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1a2b838b47f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2e547d89f47e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1b6acd44474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455e70b224ca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b264aa6e54f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febe87b14f7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bcccbe1743a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2026-09-15T15:00:34.4830000Z</dcterms:created>
  <dcterms:modified xsi:type="dcterms:W3CDTF">2026-09-15T15:00:34.4830000Z</dcterms:modified>
</coreProperties>
</file>